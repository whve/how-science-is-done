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33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A2D5D-1404-4CC7-B343-02A6EE789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6E56D7-5E6D-49C6-8DA1-ECB033C6E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22E4B-546F-4E7F-B9F2-47C69264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6DC89-4222-43F8-B32F-C9CC46B4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65C7B-8B57-4AD3-A44E-38B09660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67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F8D3F-7A66-49F0-84FF-7102C001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0F501-19C7-40DE-A570-E85508009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5A40E-B2D5-4CBF-9BE5-946390DE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6308C-C0CE-4BE9-B2A9-D3C8B38C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4F5EB-9A79-4367-8AF9-FEF4D7ED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8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0B478-1B80-486F-AB52-9CFC1B9D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76EA2-09CA-4420-A2DD-7E33605C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952127-C6C0-4AB6-82E2-AB0424C6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769F8-D8AA-44F7-85E3-18441DB3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7A57A-9B3D-4A86-97FD-F8A2D1F3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4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A60C-C130-4E2E-B11B-78C7ACD3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C4249-5513-4A01-A98C-7056A8348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E3EF16-2A86-4AF1-BAA0-C5E268E66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89C840-94A6-45E6-8A24-128CF66D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BF8B61-6EC5-459B-8E42-760F7348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344697-DC57-4124-B216-9508ABBD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25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F1CD5-CE60-4ED7-BEA9-38C9F7F7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CAE1FB-82B6-436E-B7DE-FF98FCF25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205F16-208F-4078-83F7-698B32E9D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BD2694-BADE-4C06-9D37-8957E882A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465CBD-6434-4CF0-9A2E-C435CE4DC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B43189-7BF1-4942-9DCF-98586522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B914B8-E799-4B42-A2C1-F9FEC1D6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556974-1BEC-4A40-A726-BA57EFF4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55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4C0F3-599E-454B-B106-45DF8BCC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A88BFB-76DE-4E8B-9A65-4A8F25D9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C258C5-A78A-4BBF-89ED-A86D1E33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1900B7-5B8F-4A1C-81EE-F6392397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724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96933F-9612-416E-ADA9-33A362D1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6CC4EE-D7B0-4975-9A6C-542DA051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32A518-8FC3-4EDA-82C5-1B6F712F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780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FE04C-8CB3-44D2-B77E-11DC11121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5A8E8-E15A-4674-987F-87EB9B5EB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9D1B8F-107D-4D7C-9E68-589DC1B6D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E8630C-E9CE-4049-A21A-D558002E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A68274-EA50-47C2-A5D7-E034E8A5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81EAD4-6D85-42A5-AE7D-43DD0291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52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163A7-C6C7-4906-B60B-A846B08A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B18F7F-C515-4447-8798-063564948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396ED4-9134-4C43-913E-8E3BA5988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D82CC1-752D-4056-A111-39F40992B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D87235-29F4-4779-9E7F-374145EF5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9808B4-65AE-402A-BF55-554B064F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93E8A-F276-45F6-930E-77766B3E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5D21CA-B721-43EE-9291-A6A9C9A5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FE924C-D770-4D9E-93D4-14F615B8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8D325C-E797-496F-8CD6-32BA35DD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C3117-C341-4324-9C0E-9E5CD266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82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3B2E08-160B-409B-B2BF-0ADEE9A1C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6A5EF5-37FB-499F-AD4E-890E92D06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2BCEE-E0EA-4390-86DB-B8E0B640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718D5-4FA5-46A9-A135-105A9733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5075FF-4DB6-4814-BB7F-2210FDA0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54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2176AE-0D96-405F-BE93-6B4FCE3A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D3115F-B30B-4714-A606-F3D8B9E5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4AFA7-EC3C-4CE4-B4D3-6232ADF8A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83C00-B625-407C-8653-A2616F184165}" type="datetimeFigureOut">
              <a:rPr lang="zh-CN" altLang="en-US" smtClean="0"/>
              <a:t>2018/6/27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9FB39D-D67A-44BF-911A-13420828A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7F43A1-B2EC-4B26-AA87-2197C7E8F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D0941-26DB-41BC-B455-73250C2E5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57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A8D339-583C-4E22-9798-26F524051202}"/>
              </a:ext>
            </a:extLst>
          </p:cNvPr>
          <p:cNvSpPr txBox="1"/>
          <p:nvPr/>
        </p:nvSpPr>
        <p:spPr>
          <a:xfrm>
            <a:off x="1013254" y="580768"/>
            <a:ext cx="287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Materials and methods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328415-0002-4035-8D7B-DDAC98D45907}"/>
              </a:ext>
            </a:extLst>
          </p:cNvPr>
          <p:cNvSpPr txBox="1"/>
          <p:nvPr/>
        </p:nvSpPr>
        <p:spPr>
          <a:xfrm>
            <a:off x="1643449" y="1359243"/>
            <a:ext cx="50168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GWAS datasets </a:t>
            </a:r>
            <a:br>
              <a:rPr lang="en-US" altLang="zh-CN" dirty="0"/>
            </a:br>
            <a:r>
              <a:rPr lang="en-US" altLang="zh-CN" dirty="0"/>
              <a:t>	AD:7,055,881 SNPs </a:t>
            </a:r>
            <a:br>
              <a:rPr lang="en-US" altLang="zh-CN" dirty="0"/>
            </a:br>
            <a:r>
              <a:rPr lang="en-US" altLang="zh-CN" dirty="0"/>
              <a:t>	T2D:2,473,441 SNPs</a:t>
            </a:r>
          </a:p>
          <a:p>
            <a:r>
              <a:rPr lang="en-US" altLang="zh-CN" dirty="0"/>
              <a:t>Data preparation </a:t>
            </a:r>
            <a:br>
              <a:rPr lang="en-US" altLang="zh-CN" dirty="0"/>
            </a:br>
            <a:r>
              <a:rPr lang="en-US" altLang="zh-CN" dirty="0"/>
              <a:t>	get common SNPs:2,310,500 SNPs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highlight>
                  <a:srgbClr val="FFFF00"/>
                </a:highlight>
              </a:rPr>
              <a:t>SNP</a:t>
            </a:r>
            <a:r>
              <a:rPr lang="zh-CN" altLang="en-US" dirty="0">
                <a:highlight>
                  <a:srgbClr val="FFFF00"/>
                </a:highlight>
              </a:rPr>
              <a:t>删减：  利用</a:t>
            </a:r>
            <a:r>
              <a:rPr lang="en-US" altLang="zh-CN" dirty="0">
                <a:highlight>
                  <a:srgbClr val="FFFF00"/>
                </a:highlight>
              </a:rPr>
              <a:t>linkage disequilibrium 	(LD) measure </a:t>
            </a:r>
            <a:r>
              <a:rPr lang="zh-CN" altLang="en-US" dirty="0">
                <a:highlight>
                  <a:srgbClr val="FFFF00"/>
                </a:highlight>
              </a:rPr>
              <a:t>（</a:t>
            </a:r>
            <a:r>
              <a:rPr lang="en-US" altLang="zh-CN" dirty="0">
                <a:highlight>
                  <a:srgbClr val="FFFF00"/>
                </a:highlight>
              </a:rPr>
              <a:t>R^2&gt;0.2,window=5</a:t>
            </a:r>
            <a:r>
              <a:rPr lang="zh-CN" altLang="en-US" dirty="0">
                <a:highlight>
                  <a:srgbClr val="FFFF00"/>
                </a:highlight>
              </a:rPr>
              <a:t>）</a:t>
            </a:r>
            <a:r>
              <a:rPr lang="en-US" altLang="zh-CN" dirty="0">
                <a:highlight>
                  <a:srgbClr val="FFFF00"/>
                </a:highlight>
              </a:rPr>
              <a:t>	</a:t>
            </a:r>
            <a:r>
              <a:rPr lang="zh-CN" altLang="en-US" dirty="0">
                <a:highlight>
                  <a:srgbClr val="FFFF00"/>
                </a:highlight>
              </a:rPr>
              <a:t>用</a:t>
            </a:r>
            <a:r>
              <a:rPr lang="en-US" altLang="zh-CN" dirty="0">
                <a:highlight>
                  <a:srgbClr val="FFFF00"/>
                </a:highlight>
              </a:rPr>
              <a:t>plink</a:t>
            </a:r>
            <a:r>
              <a:rPr lang="zh-CN" altLang="en-US" dirty="0">
                <a:highlight>
                  <a:srgbClr val="FFFF00"/>
                </a:highlight>
              </a:rPr>
              <a:t>按照参数得到</a:t>
            </a:r>
            <a:r>
              <a:rPr lang="en-US" altLang="zh-CN" dirty="0">
                <a:highlight>
                  <a:srgbClr val="FFFF00"/>
                </a:highlight>
              </a:rPr>
              <a:t>262,661 SNPs</a:t>
            </a:r>
            <a:r>
              <a:rPr lang="zh-CN" altLang="en-US" dirty="0">
                <a:highlight>
                  <a:srgbClr val="FFFF00"/>
                </a:highlight>
              </a:rPr>
              <a:t>，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	</a:t>
            </a:r>
            <a:r>
              <a:rPr lang="zh-CN" altLang="en-US" dirty="0">
                <a:highlight>
                  <a:srgbClr val="FFFF00"/>
                </a:highlight>
              </a:rPr>
              <a:t>数据集的修建使用</a:t>
            </a:r>
            <a:r>
              <a:rPr lang="en-US" altLang="zh-CN" dirty="0">
                <a:highlight>
                  <a:srgbClr val="FFFF00"/>
                </a:highlight>
              </a:rPr>
              <a:t>the HapMap 3 CEU 	reference genotypes</a:t>
            </a:r>
            <a:br>
              <a:rPr lang="zh-CN" altLang="en-US" dirty="0"/>
            </a:b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25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71D4B1-AD60-4136-8F8E-69379B35D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32" y="1400205"/>
            <a:ext cx="11373136" cy="47905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CDE876E-73E4-4CD7-B6AE-733ECEC786FD}"/>
              </a:ext>
            </a:extLst>
          </p:cNvPr>
          <p:cNvSpPr txBox="1"/>
          <p:nvPr/>
        </p:nvSpPr>
        <p:spPr>
          <a:xfrm>
            <a:off x="409432" y="518984"/>
            <a:ext cx="419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Get common SNPs</a:t>
            </a:r>
          </a:p>
        </p:txBody>
      </p:sp>
    </p:spTree>
    <p:extLst>
      <p:ext uri="{BB962C8B-B14F-4D97-AF65-F5344CB8AC3E}">
        <p14:creationId xmlns:p14="http://schemas.microsoft.com/office/powerpoint/2010/main" val="206135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65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64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726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39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</Words>
  <Application>Microsoft Office PowerPoint</Application>
  <PresentationFormat>宽屏</PresentationFormat>
  <Paragraphs>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哲</dc:creator>
  <cp:lastModifiedBy>王 哲</cp:lastModifiedBy>
  <cp:revision>5</cp:revision>
  <dcterms:created xsi:type="dcterms:W3CDTF">2018-06-27T00:26:26Z</dcterms:created>
  <dcterms:modified xsi:type="dcterms:W3CDTF">2018-06-27T01:30:44Z</dcterms:modified>
</cp:coreProperties>
</file>